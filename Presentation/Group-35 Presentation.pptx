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4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C1B714A-437E-1447-BECC-4EB42FBDF255}" v="25" dt="2026-02-22T22:30:37.7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9"/>
    <p:restoredTop sz="94708"/>
  </p:normalViewPr>
  <p:slideViewPr>
    <p:cSldViewPr snapToGrid="0">
      <p:cViewPr varScale="1">
        <p:scale>
          <a:sx n="151" d="100"/>
          <a:sy n="151" d="100"/>
        </p:scale>
        <p:origin x="90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rift-Brothers, Max" userId="11069d7f-bf9c-4ae2-a726-2b88c4f0d9ef" providerId="ADAL" clId="{84BA26EB-24D5-5F75-9639-4F5AFC25B628}"/>
    <pc:docChg chg="undo custSel addSld delSld modSld">
      <pc:chgData name="Thrift-Brothers, Max" userId="11069d7f-bf9c-4ae2-a726-2b88c4f0d9ef" providerId="ADAL" clId="{84BA26EB-24D5-5F75-9639-4F5AFC25B628}" dt="2026-02-22T22:30:44.359" v="1839" actId="14100"/>
      <pc:docMkLst>
        <pc:docMk/>
      </pc:docMkLst>
      <pc:sldChg chg="modSp mod">
        <pc:chgData name="Thrift-Brothers, Max" userId="11069d7f-bf9c-4ae2-a726-2b88c4f0d9ef" providerId="ADAL" clId="{84BA26EB-24D5-5F75-9639-4F5AFC25B628}" dt="2026-02-22T21:47:42.214" v="134" actId="20577"/>
        <pc:sldMkLst>
          <pc:docMk/>
          <pc:sldMk cId="799150234" sldId="256"/>
        </pc:sldMkLst>
        <pc:spChg chg="mod">
          <ac:chgData name="Thrift-Brothers, Max" userId="11069d7f-bf9c-4ae2-a726-2b88c4f0d9ef" providerId="ADAL" clId="{84BA26EB-24D5-5F75-9639-4F5AFC25B628}" dt="2026-02-22T21:47:28.777" v="95" actId="20577"/>
          <ac:spMkLst>
            <pc:docMk/>
            <pc:sldMk cId="799150234" sldId="256"/>
            <ac:spMk id="2" creationId="{46748A4C-D9DD-3ABE-20AA-F982813DE19C}"/>
          </ac:spMkLst>
        </pc:spChg>
        <pc:spChg chg="mod">
          <ac:chgData name="Thrift-Brothers, Max" userId="11069d7f-bf9c-4ae2-a726-2b88c4f0d9ef" providerId="ADAL" clId="{84BA26EB-24D5-5F75-9639-4F5AFC25B628}" dt="2026-02-22T21:47:42.214" v="134" actId="20577"/>
          <ac:spMkLst>
            <pc:docMk/>
            <pc:sldMk cId="799150234" sldId="256"/>
            <ac:spMk id="3" creationId="{6C9FB67A-9BCC-0E29-AB75-ECF04EABE562}"/>
          </ac:spMkLst>
        </pc:spChg>
      </pc:sldChg>
      <pc:sldChg chg="addSp delSp modSp mod setBg">
        <pc:chgData name="Thrift-Brothers, Max" userId="11069d7f-bf9c-4ae2-a726-2b88c4f0d9ef" providerId="ADAL" clId="{84BA26EB-24D5-5F75-9639-4F5AFC25B628}" dt="2026-02-22T22:17:20.174" v="981" actId="26606"/>
        <pc:sldMkLst>
          <pc:docMk/>
          <pc:sldMk cId="335065235" sldId="257"/>
        </pc:sldMkLst>
        <pc:spChg chg="mod">
          <ac:chgData name="Thrift-Brothers, Max" userId="11069d7f-bf9c-4ae2-a726-2b88c4f0d9ef" providerId="ADAL" clId="{84BA26EB-24D5-5F75-9639-4F5AFC25B628}" dt="2026-02-22T22:17:20.174" v="981" actId="26606"/>
          <ac:spMkLst>
            <pc:docMk/>
            <pc:sldMk cId="335065235" sldId="257"/>
            <ac:spMk id="2" creationId="{706B8C62-A057-8DA8-EB2F-49AB20FCBB8F}"/>
          </ac:spMkLst>
        </pc:spChg>
        <pc:spChg chg="add del mod">
          <ac:chgData name="Thrift-Brothers, Max" userId="11069d7f-bf9c-4ae2-a726-2b88c4f0d9ef" providerId="ADAL" clId="{84BA26EB-24D5-5F75-9639-4F5AFC25B628}" dt="2026-02-22T22:17:20.174" v="981" actId="26606"/>
          <ac:spMkLst>
            <pc:docMk/>
            <pc:sldMk cId="335065235" sldId="257"/>
            <ac:spMk id="3" creationId="{F6120B7D-DC4D-25AE-B127-71F2A08B23A4}"/>
          </ac:spMkLst>
        </pc:spChg>
        <pc:spChg chg="add del">
          <ac:chgData name="Thrift-Brothers, Max" userId="11069d7f-bf9c-4ae2-a726-2b88c4f0d9ef" providerId="ADAL" clId="{84BA26EB-24D5-5F75-9639-4F5AFC25B628}" dt="2026-02-22T22:17:20.174" v="981" actId="26606"/>
          <ac:spMkLst>
            <pc:docMk/>
            <pc:sldMk cId="335065235" sldId="257"/>
            <ac:spMk id="8" creationId="{907EF6B7-1338-4443-8C46-6A318D952DFD}"/>
          </ac:spMkLst>
        </pc:spChg>
        <pc:spChg chg="add del">
          <ac:chgData name="Thrift-Brothers, Max" userId="11069d7f-bf9c-4ae2-a726-2b88c4f0d9ef" providerId="ADAL" clId="{84BA26EB-24D5-5F75-9639-4F5AFC25B628}" dt="2026-02-22T22:17:11.419" v="977" actId="26606"/>
          <ac:spMkLst>
            <pc:docMk/>
            <pc:sldMk cId="335065235" sldId="257"/>
            <ac:spMk id="9" creationId="{56E9B3E6-E277-4D68-BA48-9CB43FFBD6E2}"/>
          </ac:spMkLst>
        </pc:spChg>
        <pc:spChg chg="add del">
          <ac:chgData name="Thrift-Brothers, Max" userId="11069d7f-bf9c-4ae2-a726-2b88c4f0d9ef" providerId="ADAL" clId="{84BA26EB-24D5-5F75-9639-4F5AFC25B628}" dt="2026-02-22T22:17:20.174" v="981" actId="26606"/>
          <ac:spMkLst>
            <pc:docMk/>
            <pc:sldMk cId="335065235" sldId="257"/>
            <ac:spMk id="10" creationId="{DAAE4CDD-124C-4DCF-9584-B6033B545DD5}"/>
          </ac:spMkLst>
        </pc:spChg>
        <pc:spChg chg="add del">
          <ac:chgData name="Thrift-Brothers, Max" userId="11069d7f-bf9c-4ae2-a726-2b88c4f0d9ef" providerId="ADAL" clId="{84BA26EB-24D5-5F75-9639-4F5AFC25B628}" dt="2026-02-22T22:17:20.174" v="981" actId="26606"/>
          <ac:spMkLst>
            <pc:docMk/>
            <pc:sldMk cId="335065235" sldId="257"/>
            <ac:spMk id="12" creationId="{081E4A58-353D-44AE-B2FC-2A74E2E400F7}"/>
          </ac:spMkLst>
        </pc:spChg>
        <pc:spChg chg="add del">
          <ac:chgData name="Thrift-Brothers, Max" userId="11069d7f-bf9c-4ae2-a726-2b88c4f0d9ef" providerId="ADAL" clId="{84BA26EB-24D5-5F75-9639-4F5AFC25B628}" dt="2026-02-22T22:17:11.962" v="979" actId="26606"/>
          <ac:spMkLst>
            <pc:docMk/>
            <pc:sldMk cId="335065235" sldId="257"/>
            <ac:spMk id="15" creationId="{3150CB11-0C61-439E-910F-5787759E72A0}"/>
          </ac:spMkLst>
        </pc:spChg>
        <pc:spChg chg="add del">
          <ac:chgData name="Thrift-Brothers, Max" userId="11069d7f-bf9c-4ae2-a726-2b88c4f0d9ef" providerId="ADAL" clId="{84BA26EB-24D5-5F75-9639-4F5AFC25B628}" dt="2026-02-22T22:17:11.419" v="977" actId="26606"/>
          <ac:spMkLst>
            <pc:docMk/>
            <pc:sldMk cId="335065235" sldId="257"/>
            <ac:spMk id="16" creationId="{D5B0017B-2ECA-49AF-B397-DC140825DF8D}"/>
          </ac:spMkLst>
        </pc:spChg>
        <pc:spChg chg="add del">
          <ac:chgData name="Thrift-Brothers, Max" userId="11069d7f-bf9c-4ae2-a726-2b88c4f0d9ef" providerId="ADAL" clId="{84BA26EB-24D5-5F75-9639-4F5AFC25B628}" dt="2026-02-22T22:17:11.962" v="979" actId="26606"/>
          <ac:spMkLst>
            <pc:docMk/>
            <pc:sldMk cId="335065235" sldId="257"/>
            <ac:spMk id="17" creationId="{43F8A58B-5155-44CE-A5FF-7647B47D0A7A}"/>
          </ac:spMkLst>
        </pc:spChg>
        <pc:spChg chg="add del">
          <ac:chgData name="Thrift-Brothers, Max" userId="11069d7f-bf9c-4ae2-a726-2b88c4f0d9ef" providerId="ADAL" clId="{84BA26EB-24D5-5F75-9639-4F5AFC25B628}" dt="2026-02-22T22:17:11.962" v="979" actId="26606"/>
          <ac:spMkLst>
            <pc:docMk/>
            <pc:sldMk cId="335065235" sldId="257"/>
            <ac:spMk id="19" creationId="{443F2ACA-E6D6-4028-82DD-F03C262D5DE6}"/>
          </ac:spMkLst>
        </pc:spChg>
        <pc:spChg chg="add del">
          <ac:chgData name="Thrift-Brothers, Max" userId="11069d7f-bf9c-4ae2-a726-2b88c4f0d9ef" providerId="ADAL" clId="{84BA26EB-24D5-5F75-9639-4F5AFC25B628}" dt="2026-02-22T22:17:11.962" v="979" actId="26606"/>
          <ac:spMkLst>
            <pc:docMk/>
            <pc:sldMk cId="335065235" sldId="257"/>
            <ac:spMk id="20" creationId="{BACC6370-2D7E-4714-9D71-7542949D7D5D}"/>
          </ac:spMkLst>
        </pc:spChg>
        <pc:spChg chg="add del">
          <ac:chgData name="Thrift-Brothers, Max" userId="11069d7f-bf9c-4ae2-a726-2b88c4f0d9ef" providerId="ADAL" clId="{84BA26EB-24D5-5F75-9639-4F5AFC25B628}" dt="2026-02-22T22:17:11.962" v="979" actId="26606"/>
          <ac:spMkLst>
            <pc:docMk/>
            <pc:sldMk cId="335065235" sldId="257"/>
            <ac:spMk id="21" creationId="{256B2C21-A230-48C0-8DF1-C46611373C44}"/>
          </ac:spMkLst>
        </pc:spChg>
        <pc:spChg chg="add del">
          <ac:chgData name="Thrift-Brothers, Max" userId="11069d7f-bf9c-4ae2-a726-2b88c4f0d9ef" providerId="ADAL" clId="{84BA26EB-24D5-5F75-9639-4F5AFC25B628}" dt="2026-02-22T22:17:11.962" v="979" actId="26606"/>
          <ac:spMkLst>
            <pc:docMk/>
            <pc:sldMk cId="335065235" sldId="257"/>
            <ac:spMk id="22" creationId="{3847E18C-932D-4C95-AABA-FEC7C9499AD7}"/>
          </ac:spMkLst>
        </pc:spChg>
        <pc:spChg chg="add del">
          <ac:chgData name="Thrift-Brothers, Max" userId="11069d7f-bf9c-4ae2-a726-2b88c4f0d9ef" providerId="ADAL" clId="{84BA26EB-24D5-5F75-9639-4F5AFC25B628}" dt="2026-02-22T22:17:20.174" v="981" actId="26606"/>
          <ac:spMkLst>
            <pc:docMk/>
            <pc:sldMk cId="335065235" sldId="257"/>
            <ac:spMk id="25" creationId="{F6120B7D-DC4D-25AE-B127-71F2A08B23A4}"/>
          </ac:spMkLst>
        </pc:spChg>
        <pc:grpChg chg="add del">
          <ac:chgData name="Thrift-Brothers, Max" userId="11069d7f-bf9c-4ae2-a726-2b88c4f0d9ef" providerId="ADAL" clId="{84BA26EB-24D5-5F75-9639-4F5AFC25B628}" dt="2026-02-22T22:17:11.419" v="977" actId="26606"/>
          <ac:grpSpMkLst>
            <pc:docMk/>
            <pc:sldMk cId="335065235" sldId="257"/>
            <ac:grpSpMk id="11" creationId="{AE1C45F0-260A-458C-96ED-C1F6D2151219}"/>
          </ac:grpSpMkLst>
        </pc:grpChg>
        <pc:graphicFrameChg chg="add del">
          <ac:chgData name="Thrift-Brothers, Max" userId="11069d7f-bf9c-4ae2-a726-2b88c4f0d9ef" providerId="ADAL" clId="{84BA26EB-24D5-5F75-9639-4F5AFC25B628}" dt="2026-02-22T22:17:11.419" v="977" actId="26606"/>
          <ac:graphicFrameMkLst>
            <pc:docMk/>
            <pc:sldMk cId="335065235" sldId="257"/>
            <ac:graphicFrameMk id="5" creationId="{B529D1C1-5E75-3C5C-DB0B-00462442DC36}"/>
          </ac:graphicFrameMkLst>
        </pc:graphicFrameChg>
        <pc:graphicFrameChg chg="add del">
          <ac:chgData name="Thrift-Brothers, Max" userId="11069d7f-bf9c-4ae2-a726-2b88c4f0d9ef" providerId="ADAL" clId="{84BA26EB-24D5-5F75-9639-4F5AFC25B628}" dt="2026-02-22T22:17:11.962" v="979" actId="26606"/>
          <ac:graphicFrameMkLst>
            <pc:docMk/>
            <pc:sldMk cId="335065235" sldId="257"/>
            <ac:graphicFrameMk id="23" creationId="{78BDD93F-A7EA-74DA-3AD8-D73742686DCE}"/>
          </ac:graphicFrameMkLst>
        </pc:graphicFrameChg>
        <pc:cxnChg chg="add del">
          <ac:chgData name="Thrift-Brothers, Max" userId="11069d7f-bf9c-4ae2-a726-2b88c4f0d9ef" providerId="ADAL" clId="{84BA26EB-24D5-5F75-9639-4F5AFC25B628}" dt="2026-02-22T22:17:11.419" v="977" actId="26606"/>
          <ac:cxnSpMkLst>
            <pc:docMk/>
            <pc:sldMk cId="335065235" sldId="257"/>
            <ac:cxnSpMk id="18" creationId="{6CF1BAF6-AD41-4082-B212-8A1F9A2E8779}"/>
          </ac:cxnSpMkLst>
        </pc:cxnChg>
      </pc:sldChg>
      <pc:sldChg chg="modSp mod">
        <pc:chgData name="Thrift-Brothers, Max" userId="11069d7f-bf9c-4ae2-a726-2b88c4f0d9ef" providerId="ADAL" clId="{84BA26EB-24D5-5F75-9639-4F5AFC25B628}" dt="2026-02-22T21:52:44.893" v="650" actId="20577"/>
        <pc:sldMkLst>
          <pc:docMk/>
          <pc:sldMk cId="2923631677" sldId="258"/>
        </pc:sldMkLst>
        <pc:spChg chg="mod">
          <ac:chgData name="Thrift-Brothers, Max" userId="11069d7f-bf9c-4ae2-a726-2b88c4f0d9ef" providerId="ADAL" clId="{84BA26EB-24D5-5F75-9639-4F5AFC25B628}" dt="2026-02-22T21:52:44.893" v="650" actId="20577"/>
          <ac:spMkLst>
            <pc:docMk/>
            <pc:sldMk cId="2923631677" sldId="258"/>
            <ac:spMk id="2" creationId="{00CD6247-B3E8-5AF0-A5D6-610B76A562DF}"/>
          </ac:spMkLst>
        </pc:spChg>
      </pc:sldChg>
      <pc:sldChg chg="addSp modSp mod setBg">
        <pc:chgData name="Thrift-Brothers, Max" userId="11069d7f-bf9c-4ae2-a726-2b88c4f0d9ef" providerId="ADAL" clId="{84BA26EB-24D5-5F75-9639-4F5AFC25B628}" dt="2026-02-22T22:20:21.852" v="1159" actId="20577"/>
        <pc:sldMkLst>
          <pc:docMk/>
          <pc:sldMk cId="3441521565" sldId="259"/>
        </pc:sldMkLst>
        <pc:spChg chg="mod">
          <ac:chgData name="Thrift-Brothers, Max" userId="11069d7f-bf9c-4ae2-a726-2b88c4f0d9ef" providerId="ADAL" clId="{84BA26EB-24D5-5F75-9639-4F5AFC25B628}" dt="2026-02-22T22:13:44.793" v="916" actId="26606"/>
          <ac:spMkLst>
            <pc:docMk/>
            <pc:sldMk cId="3441521565" sldId="259"/>
            <ac:spMk id="2" creationId="{0706FDBD-B533-5A28-BAD6-89C736BE5929}"/>
          </ac:spMkLst>
        </pc:spChg>
        <pc:spChg chg="mod">
          <ac:chgData name="Thrift-Brothers, Max" userId="11069d7f-bf9c-4ae2-a726-2b88c4f0d9ef" providerId="ADAL" clId="{84BA26EB-24D5-5F75-9639-4F5AFC25B628}" dt="2026-02-22T22:20:21.852" v="1159" actId="20577"/>
          <ac:spMkLst>
            <pc:docMk/>
            <pc:sldMk cId="3441521565" sldId="259"/>
            <ac:spMk id="3" creationId="{B557DEAF-20A8-6A22-39E5-FF0A59BAE270}"/>
          </ac:spMkLst>
        </pc:spChg>
        <pc:spChg chg="add">
          <ac:chgData name="Thrift-Brothers, Max" userId="11069d7f-bf9c-4ae2-a726-2b88c4f0d9ef" providerId="ADAL" clId="{84BA26EB-24D5-5F75-9639-4F5AFC25B628}" dt="2026-02-22T22:13:44.793" v="916" actId="26606"/>
          <ac:spMkLst>
            <pc:docMk/>
            <pc:sldMk cId="3441521565" sldId="259"/>
            <ac:spMk id="1033" creationId="{8761DDFE-071F-4200-B0AA-394476C2D2D6}"/>
          </ac:spMkLst>
        </pc:spChg>
        <pc:picChg chg="add mod ord">
          <ac:chgData name="Thrift-Brothers, Max" userId="11069d7f-bf9c-4ae2-a726-2b88c4f0d9ef" providerId="ADAL" clId="{84BA26EB-24D5-5F75-9639-4F5AFC25B628}" dt="2026-02-22T22:16:06.178" v="963" actId="14100"/>
          <ac:picMkLst>
            <pc:docMk/>
            <pc:sldMk cId="3441521565" sldId="259"/>
            <ac:picMk id="1026" creationId="{2A854626-FB0C-7D15-5A9F-72F28B71E996}"/>
          </ac:picMkLst>
        </pc:picChg>
        <pc:picChg chg="add mod">
          <ac:chgData name="Thrift-Brothers, Max" userId="11069d7f-bf9c-4ae2-a726-2b88c4f0d9ef" providerId="ADAL" clId="{84BA26EB-24D5-5F75-9639-4F5AFC25B628}" dt="2026-02-22T22:16:00.543" v="961" actId="14100"/>
          <ac:picMkLst>
            <pc:docMk/>
            <pc:sldMk cId="3441521565" sldId="259"/>
            <ac:picMk id="1028" creationId="{561C82F9-1DB3-F32E-4079-BAD51AD418DE}"/>
          </ac:picMkLst>
        </pc:picChg>
      </pc:sldChg>
      <pc:sldChg chg="modSp mod">
        <pc:chgData name="Thrift-Brothers, Max" userId="11069d7f-bf9c-4ae2-a726-2b88c4f0d9ef" providerId="ADAL" clId="{84BA26EB-24D5-5F75-9639-4F5AFC25B628}" dt="2026-02-22T21:53:33.147" v="695" actId="20577"/>
        <pc:sldMkLst>
          <pc:docMk/>
          <pc:sldMk cId="966520258" sldId="260"/>
        </pc:sldMkLst>
        <pc:spChg chg="mod">
          <ac:chgData name="Thrift-Brothers, Max" userId="11069d7f-bf9c-4ae2-a726-2b88c4f0d9ef" providerId="ADAL" clId="{84BA26EB-24D5-5F75-9639-4F5AFC25B628}" dt="2026-02-22T21:53:33.147" v="695" actId="20577"/>
          <ac:spMkLst>
            <pc:docMk/>
            <pc:sldMk cId="966520258" sldId="260"/>
            <ac:spMk id="2" creationId="{EBD1C7A5-7D8C-BC5B-DAB2-34B0FD839E13}"/>
          </ac:spMkLst>
        </pc:spChg>
      </pc:sldChg>
      <pc:sldChg chg="delSp modSp new del mod">
        <pc:chgData name="Thrift-Brothers, Max" userId="11069d7f-bf9c-4ae2-a726-2b88c4f0d9ef" providerId="ADAL" clId="{84BA26EB-24D5-5F75-9639-4F5AFC25B628}" dt="2026-02-22T22:21:01.978" v="1164" actId="2696"/>
        <pc:sldMkLst>
          <pc:docMk/>
          <pc:sldMk cId="1345638584" sldId="261"/>
        </pc:sldMkLst>
        <pc:spChg chg="mod">
          <ac:chgData name="Thrift-Brothers, Max" userId="11069d7f-bf9c-4ae2-a726-2b88c4f0d9ef" providerId="ADAL" clId="{84BA26EB-24D5-5F75-9639-4F5AFC25B628}" dt="2026-02-22T21:53:57.705" v="718" actId="20577"/>
          <ac:spMkLst>
            <pc:docMk/>
            <pc:sldMk cId="1345638584" sldId="261"/>
            <ac:spMk id="2" creationId="{C7C53B0F-4F2C-E11F-A5CA-A95B634C4C24}"/>
          </ac:spMkLst>
        </pc:spChg>
        <pc:spChg chg="del">
          <ac:chgData name="Thrift-Brothers, Max" userId="11069d7f-bf9c-4ae2-a726-2b88c4f0d9ef" providerId="ADAL" clId="{84BA26EB-24D5-5F75-9639-4F5AFC25B628}" dt="2026-02-22T22:20:52.054" v="1160" actId="478"/>
          <ac:spMkLst>
            <pc:docMk/>
            <pc:sldMk cId="1345638584" sldId="261"/>
            <ac:spMk id="3" creationId="{DB062FBE-A882-CA4D-4360-5ECBCA04144D}"/>
          </ac:spMkLst>
        </pc:spChg>
      </pc:sldChg>
      <pc:sldChg chg="modSp new mod">
        <pc:chgData name="Thrift-Brothers, Max" userId="11069d7f-bf9c-4ae2-a726-2b88c4f0d9ef" providerId="ADAL" clId="{84BA26EB-24D5-5F75-9639-4F5AFC25B628}" dt="2026-02-22T22:30:44.359" v="1839" actId="14100"/>
        <pc:sldMkLst>
          <pc:docMk/>
          <pc:sldMk cId="3424813996" sldId="262"/>
        </pc:sldMkLst>
        <pc:spChg chg="mod">
          <ac:chgData name="Thrift-Brothers, Max" userId="11069d7f-bf9c-4ae2-a726-2b88c4f0d9ef" providerId="ADAL" clId="{84BA26EB-24D5-5F75-9639-4F5AFC25B628}" dt="2026-02-22T22:11:21.866" v="740" actId="20577"/>
          <ac:spMkLst>
            <pc:docMk/>
            <pc:sldMk cId="3424813996" sldId="262"/>
            <ac:spMk id="2" creationId="{EFEDEC1C-DD92-7685-141C-70C20E16441C}"/>
          </ac:spMkLst>
        </pc:spChg>
        <pc:spChg chg="mod">
          <ac:chgData name="Thrift-Brothers, Max" userId="11069d7f-bf9c-4ae2-a726-2b88c4f0d9ef" providerId="ADAL" clId="{84BA26EB-24D5-5F75-9639-4F5AFC25B628}" dt="2026-02-22T22:30:44.359" v="1839" actId="14100"/>
          <ac:spMkLst>
            <pc:docMk/>
            <pc:sldMk cId="3424813996" sldId="262"/>
            <ac:spMk id="3" creationId="{BE8EEDB9-359F-C5F6-5969-7A49644757A6}"/>
          </ac:spMkLst>
        </pc:spChg>
      </pc:sldChg>
      <pc:sldChg chg="new del">
        <pc:chgData name="Thrift-Brothers, Max" userId="11069d7f-bf9c-4ae2-a726-2b88c4f0d9ef" providerId="ADAL" clId="{84BA26EB-24D5-5F75-9639-4F5AFC25B628}" dt="2026-02-22T22:21:00.911" v="1163" actId="2696"/>
        <pc:sldMkLst>
          <pc:docMk/>
          <pc:sldMk cId="620656722" sldId="263"/>
        </pc:sldMkLst>
      </pc:sldChg>
      <pc:sldChg chg="modSp new mod">
        <pc:chgData name="Thrift-Brothers, Max" userId="11069d7f-bf9c-4ae2-a726-2b88c4f0d9ef" providerId="ADAL" clId="{84BA26EB-24D5-5F75-9639-4F5AFC25B628}" dt="2026-02-22T22:29:46.508" v="1796" actId="20577"/>
        <pc:sldMkLst>
          <pc:docMk/>
          <pc:sldMk cId="3642871379" sldId="264"/>
        </pc:sldMkLst>
        <pc:spChg chg="mod">
          <ac:chgData name="Thrift-Brothers, Max" userId="11069d7f-bf9c-4ae2-a726-2b88c4f0d9ef" providerId="ADAL" clId="{84BA26EB-24D5-5F75-9639-4F5AFC25B628}" dt="2026-02-22T22:21:10.422" v="1177" actId="20577"/>
          <ac:spMkLst>
            <pc:docMk/>
            <pc:sldMk cId="3642871379" sldId="264"/>
            <ac:spMk id="2" creationId="{0D9B0FE1-2F81-0874-5475-54CF0998FF73}"/>
          </ac:spMkLst>
        </pc:spChg>
        <pc:spChg chg="mod">
          <ac:chgData name="Thrift-Brothers, Max" userId="11069d7f-bf9c-4ae2-a726-2b88c4f0d9ef" providerId="ADAL" clId="{84BA26EB-24D5-5F75-9639-4F5AFC25B628}" dt="2026-02-22T22:27:16.344" v="1587" actId="20577"/>
          <ac:spMkLst>
            <pc:docMk/>
            <pc:sldMk cId="3642871379" sldId="264"/>
            <ac:spMk id="3" creationId="{69B53451-5833-C80F-6AE9-7473A1F6C596}"/>
          </ac:spMkLst>
        </pc:spChg>
        <pc:spChg chg="mod">
          <ac:chgData name="Thrift-Brothers, Max" userId="11069d7f-bf9c-4ae2-a726-2b88c4f0d9ef" providerId="ADAL" clId="{84BA26EB-24D5-5F75-9639-4F5AFC25B628}" dt="2026-02-22T22:29:46.508" v="1796" actId="20577"/>
          <ac:spMkLst>
            <pc:docMk/>
            <pc:sldMk cId="3642871379" sldId="264"/>
            <ac:spMk id="4" creationId="{D5E3D808-B7B4-1388-A42D-BB7812E0F49B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C193B-F14A-5235-83EA-5CB16688DC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D0D470-0680-3E35-3632-512219F115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C97884-B561-4EC5-4EC5-D8940A7B5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4C13D-A0D0-474F-BABC-F685F13B43FA}" type="datetimeFigureOut">
              <a:rPr lang="en-GB" smtClean="0"/>
              <a:t>21/02/2026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B1C769-A6CF-41F6-B8D4-A4652A1CF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D5E132-246E-C28E-2B5E-866172C0B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17F48-20C8-914E-866E-FB81E0177A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9559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37E0C-C3DE-E565-AB18-17C26349B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6648E1-D3F2-693F-4A51-CC3189DBCA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2673B2-DF34-C484-00D8-E1D316504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4C13D-A0D0-474F-BABC-F685F13B43FA}" type="datetimeFigureOut">
              <a:rPr lang="en-GB" smtClean="0"/>
              <a:t>21/02/2026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158623-4ABF-5258-163D-B52575346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71AB4B-C91C-475F-6899-360533544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17F48-20C8-914E-866E-FB81E0177A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65455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3A57E-7E37-5A99-26BB-AE8FACE54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7E7024-12B2-127B-2998-ECCE95569E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035972-249F-B172-A35D-F03DC2922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4C13D-A0D0-474F-BABC-F685F13B43FA}" type="datetimeFigureOut">
              <a:rPr lang="en-GB" smtClean="0"/>
              <a:t>21/02/2026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3B92E2-D9A6-62CE-F1FA-D793A3B3D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FCFC4F-E3A7-84C2-FC28-098C3253A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17F48-20C8-914E-866E-FB81E0177A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03342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0C9BD-2CBE-8DEA-A8C7-FB6CD4C70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ACD158-97CA-06F8-CB8E-B10A120E4F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B243C3-237D-0710-B6F4-2710BAC9AE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7A617A-8B5B-BFE6-D1C8-0C6B93340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4C13D-A0D0-474F-BABC-F685F13B43FA}" type="datetimeFigureOut">
              <a:rPr lang="en-GB" smtClean="0"/>
              <a:t>21/02/2026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14C3A9-F858-0B40-1C3F-D8E38CD72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90734F-3A84-180E-9D26-649F4B18E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17F48-20C8-914E-866E-FB81E0177A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89400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F42E0C-C881-8C1D-7217-8C60A9B5DD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62CE37-52F0-045C-4A15-E01A083C93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0CB968-9BF6-12BE-CB73-BDCEA6ED34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7B9C8E-98AD-A4C4-21CA-F2180FB09C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1ECEFC-0A6D-A4D2-A6B6-6E8CB6BB42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E4EA62A-BE06-960E-07E0-4F8E26573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4C13D-A0D0-474F-BABC-F685F13B43FA}" type="datetimeFigureOut">
              <a:rPr lang="en-GB" smtClean="0"/>
              <a:t>21/02/2026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F4D17B-4954-DC3A-7278-87E3DFC83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6A576C-AD96-B0B4-516A-9940350D0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17F48-20C8-914E-866E-FB81E0177A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13654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B63E2-95EA-1D34-3E6E-C3738BE47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C892FC-BB2F-B486-9A04-A24A865628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4C13D-A0D0-474F-BABC-F685F13B43FA}" type="datetimeFigureOut">
              <a:rPr lang="en-GB" smtClean="0"/>
              <a:t>21/02/2026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04854E-B995-D91A-24A3-28B62F252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26DA39-19F9-88ED-D564-C77A1667D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17F48-20C8-914E-866E-FB81E0177A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94288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F01EEF-85D7-8D9E-894F-EE3407D39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4C13D-A0D0-474F-BABC-F685F13B43FA}" type="datetimeFigureOut">
              <a:rPr lang="en-GB" smtClean="0"/>
              <a:t>21/02/2026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940243-C7D8-E33A-3296-A650EE1AF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7BFCC8-DD99-72B7-C1D2-36F9911C8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17F48-20C8-914E-866E-FB81E0177A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47094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BAE8B-36F7-D219-AF5B-AD6B88358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E7B0BF-F3ED-D0FA-27AE-830A83E47C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4262FA-A8B3-AD87-C9BA-83E62B362A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6F46BC-2D21-7116-CE07-ECD115BD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4C13D-A0D0-474F-BABC-F685F13B43FA}" type="datetimeFigureOut">
              <a:rPr lang="en-GB" smtClean="0"/>
              <a:t>21/02/2026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C1D5B1-73F9-02C3-3EBE-EB53581FE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361CE1-602E-BC17-5E6F-4E5E06694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17F48-20C8-914E-866E-FB81E0177A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02572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40480-E655-A285-FEB6-56BA0EE88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1B37D71-5F62-BC07-E2E7-AFCA7CD82A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550E0A-48EA-2EAD-EF6F-CA309C9950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DCE1B4-3BB6-E55D-CF91-D7DFCE73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4C13D-A0D0-474F-BABC-F685F13B43FA}" type="datetimeFigureOut">
              <a:rPr lang="en-GB" smtClean="0"/>
              <a:t>21/02/2026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6B69F6-6AAD-A70F-6FA6-1FBEA189E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5FA2D3-0EED-C412-DE71-203DEBDB0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17F48-20C8-914E-866E-FB81E0177A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49433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BBD9D-2FD3-6AF9-6F50-7018F1B33F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540D8B-CF7C-F46C-D7A5-B072682D4B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5A02D7-5C11-CF10-8C56-24C5F3F6C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4C13D-A0D0-474F-BABC-F685F13B43FA}" type="datetimeFigureOut">
              <a:rPr lang="en-GB" smtClean="0"/>
              <a:t>21/02/2026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97CAF1-CC05-7044-E778-A2C27DF51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1D8B59-B55B-719A-9D85-44061E6ED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17F48-20C8-914E-866E-FB81E0177A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6487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3D7B95-55DD-9BB6-57F3-14E5AA412F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B7464A-861B-97E7-80C4-85A5EA28F0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2B90AA-042A-A072-BF57-6403BE7A2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4C13D-A0D0-474F-BABC-F685F13B43FA}" type="datetimeFigureOut">
              <a:rPr lang="en-GB" smtClean="0"/>
              <a:t>21/02/2026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54D89E-6B34-DD4C-D4ED-3A3C9EDDD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17CD41-BCA2-8854-EC5F-E787D1F32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17F48-20C8-914E-866E-FB81E0177A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35891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984080-B8EE-274A-E12E-BA15D49EC5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5E4323-A85D-DD81-D511-95CA07D972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A8D5BE-EF24-5F65-36E4-0ADDA7B6DD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A4C13D-A0D0-474F-BABC-F685F13B43FA}" type="datetimeFigureOut">
              <a:rPr lang="en-GB" smtClean="0"/>
              <a:t>21/02/2026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22B05C-4D28-BFA4-AA44-B7E9B79033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C19237-30D7-B967-29D9-3EFFB36557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017F48-20C8-914E-866E-FB81E0177A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00159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theoryofcoding.com/index.php/2015/03/02/dynamic-programming-introduction-and-fibonacci-numbers/" TargetMode="External"/><Relationship Id="rId2" Type="http://schemas.openxmlformats.org/officeDocument/2006/relationships/hyperlink" Target="https://www.geeksforgeeks.org/competitive-programming/dp-on-grids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48A4C-D9DD-3ABE-20AA-F982813DE19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Group 35</a:t>
            </a:r>
            <a:br>
              <a:rPr lang="en-GB" dirty="0"/>
            </a:br>
            <a:r>
              <a:rPr lang="en-GB" dirty="0"/>
              <a:t>Student Society Event Planner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9FB67A-9BCC-0E29-AB75-ECF04EABE56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ECM1413 – Data Structures and Algorithms </a:t>
            </a:r>
          </a:p>
          <a:p>
            <a:r>
              <a:rPr lang="en-GB" dirty="0"/>
              <a:t>Max Thrift-Brothers</a:t>
            </a:r>
          </a:p>
          <a:p>
            <a:r>
              <a:rPr lang="en-GB" dirty="0"/>
              <a:t>Cameron Russel</a:t>
            </a:r>
          </a:p>
        </p:txBody>
      </p:sp>
    </p:spTree>
    <p:extLst>
      <p:ext uri="{BB962C8B-B14F-4D97-AF65-F5344CB8AC3E}">
        <p14:creationId xmlns:p14="http://schemas.microsoft.com/office/powerpoint/2010/main" val="7991502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B8C62-A057-8DA8-EB2F-49AB20FCB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The Problem: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120B7D-DC4D-25AE-B127-71F2A08B23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 university society has a restricted amount of time and money, its aim to give the most enjoyment to its members whilst sticking to a time and or budget.</a:t>
            </a:r>
          </a:p>
          <a:p>
            <a:r>
              <a:rPr lang="en-GB" dirty="0"/>
              <a:t>This program takes in a list of activities and solves this problem two different ways to provide a subset that maximises enjoyment whilst sticking to a budget</a:t>
            </a:r>
          </a:p>
        </p:txBody>
      </p:sp>
    </p:spTree>
    <p:extLst>
      <p:ext uri="{BB962C8B-B14F-4D97-AF65-F5344CB8AC3E}">
        <p14:creationId xmlns:p14="http://schemas.microsoft.com/office/powerpoint/2010/main" val="3350652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D6247-B3E8-5AF0-A5D6-610B76A56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Brute force approach: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620AA2-CD56-9190-F104-DB33EB27E7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36316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3" name="Rectangle 1032">
            <a:extLst>
              <a:ext uri="{FF2B5EF4-FFF2-40B4-BE49-F238E27FC236}">
                <a16:creationId xmlns:a16="http://schemas.microsoft.com/office/drawing/2014/main" id="{8761DDFE-071F-4200-B0AA-394476C2D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06FDBD-B533-5A28-BAD6-89C736BE5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547815"/>
            <a:ext cx="5167185" cy="1680519"/>
          </a:xfrm>
        </p:spPr>
        <p:txBody>
          <a:bodyPr>
            <a:normAutofit/>
          </a:bodyPr>
          <a:lstStyle/>
          <a:p>
            <a:r>
              <a:rPr lang="en-GB" sz="4000" dirty="0"/>
              <a:t>Dynamic Programming Approach: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57DEAF-20A8-6A22-39E5-FF0A59BAE2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0248" y="547814"/>
            <a:ext cx="5525090" cy="6010004"/>
          </a:xfrm>
        </p:spPr>
        <p:txBody>
          <a:bodyPr anchor="ctr">
            <a:normAutofit/>
          </a:bodyPr>
          <a:lstStyle/>
          <a:p>
            <a:r>
              <a:rPr lang="en-GB" sz="2000" dirty="0"/>
              <a:t>This method uses a 2D array to store each computed value and uses them to compute the next values.</a:t>
            </a:r>
          </a:p>
          <a:p>
            <a:r>
              <a:rPr lang="en-GB" sz="2000" dirty="0"/>
              <a:t>Reducing the time complexity</a:t>
            </a:r>
          </a:p>
          <a:p>
            <a:r>
              <a:rPr lang="en-GB" sz="2000" dirty="0"/>
              <a:t>Pros – Quicker Computation time, guaranteed solution</a:t>
            </a:r>
          </a:p>
          <a:p>
            <a:r>
              <a:rPr lang="en-GB" sz="2000" dirty="0"/>
              <a:t>Cons – More complex implementation, needs more memory</a:t>
            </a:r>
          </a:p>
          <a:p>
            <a:endParaRPr lang="en-GB" sz="2000" dirty="0"/>
          </a:p>
        </p:txBody>
      </p:sp>
      <p:pic>
        <p:nvPicPr>
          <p:cNvPr id="1028" name="Picture 4" descr="Dynamic Programming – Introduction and Fibonacci Numbers – Theory of Coding">
            <a:extLst>
              <a:ext uri="{FF2B5EF4-FFF2-40B4-BE49-F238E27FC236}">
                <a16:creationId xmlns:a16="http://schemas.microsoft.com/office/drawing/2014/main" id="{561C82F9-1DB3-F32E-4079-BAD51AD418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12414" y="2421924"/>
            <a:ext cx="2650913" cy="2842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dp-on-grids">
            <a:extLst>
              <a:ext uri="{FF2B5EF4-FFF2-40B4-BE49-F238E27FC236}">
                <a16:creationId xmlns:a16="http://schemas.microsoft.com/office/drawing/2014/main" id="{2A854626-FB0C-7D15-5A9F-72F28B71E99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421" t="21484" r="15138" b="16863"/>
          <a:stretch>
            <a:fillRect/>
          </a:stretch>
        </p:blipFill>
        <p:spPr bwMode="auto">
          <a:xfrm>
            <a:off x="3363327" y="2228334"/>
            <a:ext cx="3096921" cy="30363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15215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1C7A5-7D8C-BC5B-DAB2-34B0FD839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Demonstration: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2108AD-4B45-9AED-AE91-137006D36B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65202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B0FE1-2F81-0874-5475-54CF0998F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Conclusion: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B53451-5833-C80F-6AE9-7473A1F6C5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30909" y="1825625"/>
            <a:ext cx="5788891" cy="4351338"/>
          </a:xfrm>
        </p:spPr>
        <p:txBody>
          <a:bodyPr/>
          <a:lstStyle/>
          <a:p>
            <a:r>
              <a:rPr lang="en-GB" dirty="0"/>
              <a:t>Results</a:t>
            </a:r>
          </a:p>
          <a:p>
            <a:pPr lvl="1"/>
            <a:r>
              <a:rPr lang="en-GB" dirty="0"/>
              <a:t>Overall, both methods work equally for small datasets of sizes up to 12.</a:t>
            </a:r>
          </a:p>
          <a:p>
            <a:pPr lvl="1"/>
            <a:r>
              <a:rPr lang="en-GB" dirty="0"/>
              <a:t>Anything larger creates a larger time difference and at size 100 the brute force algorithms times out.</a:t>
            </a:r>
          </a:p>
          <a:p>
            <a:pPr lvl="1"/>
            <a:r>
              <a:rPr lang="en-GB" dirty="0"/>
              <a:t>Even with a size of 1000 the DP method stills computes in 0.3 seconds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E3D808-B7B4-1388-A42D-BB7812E0F49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GB" dirty="0"/>
              <a:t>Challenges</a:t>
            </a:r>
          </a:p>
          <a:p>
            <a:pPr lvl="1"/>
            <a:r>
              <a:rPr lang="en-GB" dirty="0"/>
              <a:t>Learning to collaborate on GitHub</a:t>
            </a:r>
          </a:p>
          <a:p>
            <a:pPr lvl="1"/>
            <a:r>
              <a:rPr lang="en-GB" dirty="0"/>
              <a:t>Keeping to correct python formalities, variable names, comments etc</a:t>
            </a:r>
          </a:p>
        </p:txBody>
      </p:sp>
    </p:spTree>
    <p:extLst>
      <p:ext uri="{BB962C8B-B14F-4D97-AF65-F5344CB8AC3E}">
        <p14:creationId xmlns:p14="http://schemas.microsoft.com/office/powerpoint/2010/main" val="36428713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DEC1C-DD92-7685-141C-70C20E164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References: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8EEDB9-359F-C5F6-5969-7A49644757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3333" y="1825625"/>
            <a:ext cx="11413067" cy="4351338"/>
          </a:xfrm>
        </p:spPr>
        <p:txBody>
          <a:bodyPr/>
          <a:lstStyle/>
          <a:p>
            <a:r>
              <a:rPr lang="en-GB" dirty="0"/>
              <a:t>Slide 4 - </a:t>
            </a:r>
            <a:r>
              <a:rPr lang="en-GB" dirty="0">
                <a:hlinkClick r:id="rId2"/>
              </a:rPr>
              <a:t>https://www.geeksforgeeks.org/competitive-programming/dp-on-grids/</a:t>
            </a:r>
            <a:endParaRPr lang="en-GB" dirty="0"/>
          </a:p>
          <a:p>
            <a:r>
              <a:rPr lang="en-GB" dirty="0"/>
              <a:t>Slide 4 - </a:t>
            </a:r>
            <a:r>
              <a:rPr lang="en-GB" dirty="0">
                <a:hlinkClick r:id="rId3"/>
              </a:rPr>
              <a:t>https://theoryofcoding.com/index.php/2015/03/02/dynamic-programming-introduction-and-fibonacci-numbers/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248139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912a5d77-fb98-4eee-af32-1334d8f04a53}" enabled="0" method="" siteId="{912a5d77-fb98-4eee-af32-1334d8f04a53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1901</TotalTime>
  <Words>230</Words>
  <Application>Microsoft Macintosh PowerPoint</Application>
  <PresentationFormat>Widescreen</PresentationFormat>
  <Paragraphs>25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Group 35 Student Society Event Planner</vt:lpstr>
      <vt:lpstr>The Problem:</vt:lpstr>
      <vt:lpstr>Brute force approach:</vt:lpstr>
      <vt:lpstr>Dynamic Programming Approach:</vt:lpstr>
      <vt:lpstr>Demonstration:</vt:lpstr>
      <vt:lpstr>Conclusion:</vt:lpstr>
      <vt:lpstr>References: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Thrift-Brothers, Max</dc:creator>
  <cp:lastModifiedBy>Thrift-Brothers, Max</cp:lastModifiedBy>
  <cp:revision>1</cp:revision>
  <dcterms:created xsi:type="dcterms:W3CDTF">2026-02-17T16:09:26Z</dcterms:created>
  <dcterms:modified xsi:type="dcterms:W3CDTF">2026-02-22T22:30:46Z</dcterms:modified>
</cp:coreProperties>
</file>